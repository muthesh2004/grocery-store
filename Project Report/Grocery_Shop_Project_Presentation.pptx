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295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240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494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00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539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359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141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240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63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075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97325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6377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329662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865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5229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180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530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Online Grocery Shop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Full Stack Web Application</a:t>
            </a:r>
          </a:p>
          <a:p>
            <a:r>
              <a:rPr lang="en-IN" dirty="0"/>
              <a:t>Presented By: Muthesh 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is a feature-rich online grocery shop web application.</a:t>
            </a:r>
          </a:p>
          <a:p>
            <a:endParaRPr/>
          </a:p>
          <a:p>
            <a:r>
              <a:t>It allows users to register, browse products, filter/search, add to cart, checkout, and view order history.</a:t>
            </a:r>
          </a:p>
          <a:p>
            <a:endParaRPr/>
          </a:p>
          <a:p>
            <a:r>
              <a:t>The goal is to simulate a real e-commerce experience with a modern, responsive UI.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Develop a functional full-stack grocery shop</a:t>
            </a:r>
          </a:p>
          <a:p>
            <a:r>
              <a:rPr dirty="0"/>
              <a:t>Implement secure authentication &amp; cart logic</a:t>
            </a:r>
          </a:p>
          <a:p>
            <a:r>
              <a:rPr dirty="0"/>
              <a:t>Create a responsive and modern UI</a:t>
            </a:r>
          </a:p>
          <a:p>
            <a:r>
              <a:rPr dirty="0"/>
              <a:t>Enable filtering, ordering, and history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Fundamental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Frontend:</a:t>
            </a:r>
          </a:p>
          <a:p>
            <a:r>
              <a:rPr dirty="0"/>
              <a:t>- React.js</a:t>
            </a:r>
          </a:p>
          <a:p>
            <a:r>
              <a:rPr dirty="0"/>
              <a:t>- CSS (custom + optional Tailwind)</a:t>
            </a:r>
          </a:p>
          <a:p>
            <a:endParaRPr dirty="0"/>
          </a:p>
          <a:p>
            <a:r>
              <a:rPr dirty="0"/>
              <a:t>Backend:</a:t>
            </a:r>
          </a:p>
          <a:p>
            <a:r>
              <a:rPr dirty="0"/>
              <a:t>- Node.js</a:t>
            </a:r>
          </a:p>
          <a:p>
            <a:r>
              <a:rPr dirty="0"/>
              <a:t>- Express.js</a:t>
            </a:r>
          </a:p>
          <a:p>
            <a:r>
              <a:rPr dirty="0"/>
              <a:t>- MongoDB with Mongoose</a:t>
            </a:r>
          </a:p>
          <a:p>
            <a:endParaRPr dirty="0"/>
          </a:p>
          <a:p>
            <a:r>
              <a:rPr dirty="0"/>
              <a:t>Other:</a:t>
            </a:r>
          </a:p>
          <a:p>
            <a:r>
              <a:rPr dirty="0"/>
              <a:t>- JWT for Authentication</a:t>
            </a:r>
          </a:p>
          <a:p>
            <a:r>
              <a:rPr dirty="0"/>
              <a:t>- Axios for API requests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Home</a:t>
            </a:r>
          </a:p>
          <a:p>
            <a:r>
              <a:rPr dirty="0"/>
              <a:t>Products</a:t>
            </a:r>
          </a:p>
          <a:p>
            <a:r>
              <a:rPr dirty="0"/>
              <a:t>Cart</a:t>
            </a:r>
          </a:p>
          <a:p>
            <a:r>
              <a:rPr dirty="0"/>
              <a:t>Checkout</a:t>
            </a:r>
          </a:p>
          <a:p>
            <a:r>
              <a:rPr dirty="0"/>
              <a:t>Order Confirmation</a:t>
            </a:r>
          </a:p>
          <a:p>
            <a:r>
              <a:rPr dirty="0"/>
              <a:t>Order History</a:t>
            </a:r>
          </a:p>
          <a:p>
            <a:r>
              <a:rPr dirty="0"/>
              <a:t>Login &amp; Register</a:t>
            </a:r>
          </a:p>
          <a:p>
            <a:r>
              <a:rPr dirty="0"/>
              <a:t>Navbar &amp; Footer</a:t>
            </a:r>
          </a:p>
          <a:p>
            <a:r>
              <a:rPr dirty="0"/>
              <a:t>Utility: Auth &amp; Cart Context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Authentication (Register, Login)</a:t>
            </a:r>
          </a:p>
          <a:p>
            <a:r>
              <a:rPr dirty="0"/>
              <a:t>Product API</a:t>
            </a:r>
          </a:p>
          <a:p>
            <a:r>
              <a:rPr dirty="0"/>
              <a:t>Order placement</a:t>
            </a:r>
          </a:p>
          <a:p>
            <a:r>
              <a:rPr dirty="0"/>
              <a:t>Order history</a:t>
            </a:r>
          </a:p>
          <a:p>
            <a:r>
              <a:rPr dirty="0"/>
              <a:t>JWT Middleware</a:t>
            </a:r>
          </a:p>
          <a:p>
            <a:r>
              <a:rPr dirty="0"/>
              <a:t>MongoDB models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Implemented using JWT:</a:t>
            </a:r>
          </a:p>
          <a:p>
            <a:endParaRPr dirty="0"/>
          </a:p>
          <a:p>
            <a:r>
              <a:rPr dirty="0"/>
              <a:t>On login/register, token is issued</a:t>
            </a:r>
          </a:p>
          <a:p>
            <a:r>
              <a:rPr dirty="0"/>
              <a:t>Token is stored in </a:t>
            </a:r>
            <a:r>
              <a:rPr dirty="0" err="1"/>
              <a:t>localStorage</a:t>
            </a:r>
            <a:endParaRPr dirty="0"/>
          </a:p>
          <a:p>
            <a:r>
              <a:rPr dirty="0"/>
              <a:t>Decoded on frontend to show user info</a:t>
            </a:r>
          </a:p>
          <a:p>
            <a:r>
              <a:rPr dirty="0"/>
              <a:t>Backend verifies it using middleware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Cart 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Items stored in React Context</a:t>
            </a:r>
          </a:p>
          <a:p>
            <a:r>
              <a:rPr dirty="0"/>
              <a:t>Persisted in </a:t>
            </a:r>
            <a:r>
              <a:rPr dirty="0" err="1"/>
              <a:t>localStorage</a:t>
            </a:r>
            <a:endParaRPr dirty="0"/>
          </a:p>
          <a:p>
            <a:r>
              <a:rPr dirty="0"/>
              <a:t>Quantity updates</a:t>
            </a:r>
          </a:p>
          <a:p>
            <a:r>
              <a:rPr dirty="0"/>
              <a:t>Remove/clear items</a:t>
            </a:r>
          </a:p>
          <a:p>
            <a:r>
              <a:rPr dirty="0"/>
              <a:t>Passed to checkout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Checkout &amp; Orders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Form for address &amp; payment</a:t>
            </a:r>
          </a:p>
          <a:p>
            <a:r>
              <a:rPr dirty="0"/>
              <a:t>Sends order to backend</a:t>
            </a:r>
          </a:p>
          <a:p>
            <a:r>
              <a:rPr dirty="0"/>
              <a:t>Stored in MongoDB</a:t>
            </a:r>
          </a:p>
          <a:p>
            <a:r>
              <a:rPr dirty="0"/>
              <a:t>Redirects to confirmation page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Fetched via JWT-secured API</a:t>
            </a:r>
          </a:p>
          <a:p>
            <a:r>
              <a:rPr dirty="0"/>
              <a:t>Displays past orders with date, amount</a:t>
            </a:r>
          </a:p>
          <a:p>
            <a:r>
              <a:rPr dirty="0"/>
              <a:t>Includes </a:t>
            </a:r>
            <a:r>
              <a:rPr lang="en-US" dirty="0"/>
              <a:t>'D</a:t>
            </a:r>
            <a:r>
              <a:rPr dirty="0"/>
              <a:t>elete all</a:t>
            </a:r>
            <a:r>
              <a:rPr lang="en-US" dirty="0"/>
              <a:t>'</a:t>
            </a:r>
            <a:r>
              <a:rPr dirty="0"/>
              <a:t> feature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Design &amp; Styling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Colorful, modern UI</a:t>
            </a:r>
          </a:p>
          <a:p>
            <a:r>
              <a:rPr dirty="0"/>
              <a:t>Responsive layout</a:t>
            </a:r>
          </a:p>
          <a:p>
            <a:r>
              <a:rPr dirty="0"/>
              <a:t>Product cards, badges</a:t>
            </a:r>
          </a:p>
          <a:p>
            <a:r>
              <a:rPr dirty="0"/>
              <a:t>Custom logo &amp; emoji integration</a:t>
            </a:r>
          </a:p>
          <a:p>
            <a:r>
              <a:rPr dirty="0"/>
              <a:t>Animated feedback for add to cart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Credits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Developed by:</a:t>
            </a:r>
          </a:p>
          <a:p>
            <a:r>
              <a:rPr dirty="0"/>
              <a:t>Muthesh 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appreciate your attention.</a:t>
            </a:r>
          </a:p>
          <a:p>
            <a:endParaRPr/>
          </a:p>
          <a:p>
            <a:r>
              <a:t>This project demonstrates our hands-on knowledge in full-stack development.</a:t>
            </a:r>
          </a:p>
          <a:p>
            <a:endParaRPr/>
          </a:p>
          <a:p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Tw Cen MT-Rockwell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13</TotalTime>
  <Words>311</Words>
  <Application>Microsoft Office PowerPoint</Application>
  <PresentationFormat>On-screen Show (4:3)</PresentationFormat>
  <Paragraphs>81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Rockwell</vt:lpstr>
      <vt:lpstr>Tw Cen MT</vt:lpstr>
      <vt:lpstr>Wingdings 3</vt:lpstr>
      <vt:lpstr>Wisp</vt:lpstr>
      <vt:lpstr>Online Grocery Shop</vt:lpstr>
      <vt:lpstr>Introduction</vt:lpstr>
      <vt:lpstr>Objectives</vt:lpstr>
      <vt:lpstr>Fundamental Technologies</vt:lpstr>
      <vt:lpstr>Frontend Components</vt:lpstr>
      <vt:lpstr>Backend Overview</vt:lpstr>
      <vt:lpstr>Authentication</vt:lpstr>
      <vt:lpstr>Cart Functionality</vt:lpstr>
      <vt:lpstr>Checkout &amp; Orders</vt:lpstr>
      <vt:lpstr>Order History</vt:lpstr>
      <vt:lpstr>UI Design &amp; Styling</vt:lpstr>
      <vt:lpstr>Credits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Muthesh K</cp:lastModifiedBy>
  <cp:revision>6</cp:revision>
  <dcterms:created xsi:type="dcterms:W3CDTF">2013-01-27T09:14:16Z</dcterms:created>
  <dcterms:modified xsi:type="dcterms:W3CDTF">2026-03-30T04:09:58Z</dcterms:modified>
  <cp:category/>
</cp:coreProperties>
</file>